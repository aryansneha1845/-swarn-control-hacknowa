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30B"/>
                </a:solidFill>
              </a:rPr>
              <a:t>HACKNOWA GLOBAL HACKATHON 2026 · DIGITAL SAFETY &amp;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2ECE2"/>
                </a:solidFill>
              </a:rPr>
              <a:t>SWARN-CONTROL.AI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3A1B5"/>
                </a:solidFill>
              </a:rPr>
              <a:t>Secure Wealth And Resilience Network — cross-rail investigation control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2ECE2"/>
                </a:solidFill>
              </a:rPr>
              <a:t>Message + UPI + crypto trail → one evidence-backed timeline. Next control action in Hindi.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3A1B5"/>
                </a:solidFill>
              </a:rPr>
              <a:t>Hum chat nahi karte, hum trail reconstruct karte hain.  ·  Solo build · Ethereum only · Zero-cost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D3EE"/>
                </a:solidFill>
              </a:rPr>
              <a:t>Live Demo · 4-min Video · GitHub — links on last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Access outran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16+ crore Demat accounts — 70%+ of new retail accounts from Tier-2/3 cities.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9 out of 10 individual F&amp;O traders incur net losses (SEBI study).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Scam anatomy: Telegram lure → UPI transfer → crypto conversion → silence. Victim knows only when withdrawal blocks.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Evidence is fragmented: message on Telegram, payment in UPI app, money on-chain — nobody joins the trail.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02 ·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Praveen, 22, Ranchi.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Hindi-first, first-generation digital-finance user. Telegram pe '2 din me double' message.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Pays Rs 50,000 to abc-invest@upi. Coins convert, wallets split, trail goes cold.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Existing systems fail him: SCORES forms too complex, advice too English, 'tips' too fake.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Backup persona: Kavita — NSDL-impersonation fee scam (no crypto leg, same flow).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</a:rPr>
              <a:t>Solve for someone existing systems are not easy to navigate — Tier-2/3, regional language, post-scam.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03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Control room, not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Paste message + UPI + hash → TRACE KARO → graph: MESSAGE → UPI 12:41 → ON-RAMP 12:58 → wallets.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D3EE"/>
                </a:solidFill>
              </a:rPr>
              <a:t>▸  Every edge clickable Evidence Card: Known fact / Supported / Possible / Unverified.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Kill Chain (7 stages) + Hindi next-action audio + Chakshu / SCORES drafts + family alert.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What it is NOT: no chatbox, no scam %, no tips — guardrail-safe by construction.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04 ·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60 seconds to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1. Land → What-it-does cards + 60-sec tour (first-run onboarding).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2. ＋ New investigation → synthetic demo preset → consent tick → TRACE KARO.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3. Read graph → play timeline → click UPI→on-ramp edge → '17-min gap + amount match = Supported'.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4. CONTROL tab → Hindi audio plays → copy Chakshu draft → alert family → export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05 ·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Deterministic money, LLM only 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Frontend: Next.js 14 + React Flow trail canvas + flat 2D (low-bandwidth, no 3D).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Backend: FastAPI — /investigate, /control-pack, /tts-hindi (+ rate limits + API-key gate).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D3EE"/>
                </a:solidFill>
              </a:rPr>
              <a:t>▸  Rules for money: resolver.py time+amount+ID joins; NetworkX-style kill chain. LLM never does money math.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Chain: Etherscan free → Ankr no-key RPC → cached fixture fallback. Demo never dies.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Extraction: Gemini → Groq → regex fallback. Voice: edge-tts hi-IN. OCR-ready: Tesseract.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06 · TRACK E · HONEST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No binary verdicts.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Claim Evidence-Checker: each link labeled Known / Supported / Possible / Unverified — with WHY.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Promotion-vs-education instinct built in: scammer's lure text framed as scammer's words, never endorsed.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Risk language stays indicator-level (requires-review), never accusatory.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07 · GUARDRAIL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Public-good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No tips, no price prediction, no buy/sell, no monetisation funnels — disqualification-proof.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Privacy by design: PII redacted by default, consent-gated, in-memory only, nothing stored, no OTP/SMS harvest.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C55E"/>
                </a:solidFill>
              </a:rPr>
              <a:t>▸  Transparent: synthetic fixtures labeled, no fake reviews/percentages, footer + terms disclaim verdicts.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Security audited 29 Sep: locked CORS, rate limits, security headers, Next 14.2.35, secrets server-side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08 · BHARAT-FIRST 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Built for Ranchi, not just metros.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Hindi simple-mode + hi-IN voice summary with subtitles; big fonts, 720p-friendly demo.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Low-bandwidth: no 3D, no trackers, no third-party embeds; works on low-end devices.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Minimal cognitive load: 60-sec tour, synthetic one-click demo, DPDP consent in plain words.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Extensible: same flow covers IPO/phishing/F&amp;O-tip lures; Bhashini/IVR-ready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A30B"/>
                </a:solidFill>
              </a:rPr>
              <a:t>09 · IMPACT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2ECE2"/>
                </a:solidFill>
              </a:rPr>
              <a:t>Hum scam nahi batate, control wapas dete 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30% Resilience: victim goes from 3 disconnected fragments to 1 actionable trail + report drafts.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ECE2"/>
                </a:solidFill>
              </a:rPr>
              <a:t>▸  15% Feasibility: zero-cost stack (free tiers, no cards) — deployable to investor-protection circles tomorrow.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D3EE"/>
                </a:solidFill>
              </a:rPr>
              <a:t>▸  Live Demo: https://swarn-control-hacknowa.vercel.app  ·  Backend: https://swarn-control-hacknowa.onrender.com  ·  GitHub: github.com/Aryansneha1845/-SWARN-CONTROL-HACKNOWA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93A1B5"/>
                </a:solidFill>
              </a:rPr>
              <a:t>▸  Video (4-min, Praveen case): https://youtu.be/c0CnQBTWU3E (Unlisted) + this deck + working prototype = complete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3A1B5"/>
                </a:solidFill>
              </a:rPr>
              <a:t>Links verified Oct 2026: live demo + video + backend health all green.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